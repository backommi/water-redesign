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核心框架设计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安全优先的端云协同架构设计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☁️ 云端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省院信息中心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国产算力集群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私有化大模型部署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数据不出域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280160"/>
            <a:ext cx="34747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🔹 边侧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客户数据中心/水库管理处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边缘计算节点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区域数据汇聚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轻量级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265176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📡 端侧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闸门/监测设备/传感器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端侧 Agent 嵌入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实时决策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离线可用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2011680"/>
            <a:ext cx="9144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291840" y="2011680"/>
            <a:ext cx="91440" cy="365760"/>
          </a:xfrm>
          <a:prstGeom prst="rightArrow">
            <a:avLst/>
          </a:prstGeom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217920" y="2011680"/>
            <a:ext cx="9144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217920" y="2011680"/>
            <a:ext cx="91440" cy="365760"/>
          </a:xfrm>
          <a:prstGeom prst="rightArrow">
            <a:avLst/>
          </a:prstGeom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34747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🛡️ 数据不出域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敏感数据本地化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291840"/>
            <a:ext cx="34747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🇨🇳 国产算力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适配昇腾/寒武纪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34747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🔐 分层授权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云端训练，边端执行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023360"/>
            <a:ext cx="347472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📝 审计追溯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符合等保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应用场景与大模型工作流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四大核心场景 + 智能工作流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4114800" cy="21031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🧠 智能设计方案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模型: Qwen2.5-72B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价值: 缩短周期 50%+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编号: #QQ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280160"/>
            <a:ext cx="4114800" cy="21031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🌊 水文智能分析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模型: GLM-Edge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价值: 提前预警 2-4h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编号: #SQ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4114800" cy="139446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📄 文档自动审查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模型: Qwen2.5-Coder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价值: 审查降 70%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编号: #WJ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566160"/>
            <a:ext cx="4114800" cy="139446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💬 知识库问答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模型: 本地微调模型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价值: 培训提 3 倍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编号: #WS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850392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💡 工作流说明：检测 → 分析 → 预测 → 预警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智慧闸门端侧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辅助决策模式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传感器层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18872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水位/流量/开度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⬇️ 数据采集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实时监测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🧠 端侧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46888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智能分析 + 建议生成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089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⚠️ 人工确认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10896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值班员审核批准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49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⚡ 执行指令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74904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闸控系统动作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389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➡️ 边侧同步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38912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水库数据中心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0292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⬅️ 云端监控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029200"/>
            <a:ext cx="228600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省院信息中心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💡 使用场景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Microsoft YaHei"/>
              </a:rPr>
              <a:t>洪水应急调度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1031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必须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774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Microsoft YaHei"/>
              </a:rPr>
              <a:t>灌溉配水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651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必须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926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Microsoft YaHei"/>
              </a:rPr>
              <a:t>故障诊断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200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可选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74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Microsoft YaHei"/>
              </a:rPr>
              <a:t>异常告警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749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必须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114800"/>
            <a:ext cx="7132320" cy="731520"/>
          </a:xfrm>
          <a:prstGeom prst="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🤖 AI 负责：数据分析、方案生成、风险预警 | 👤 人负责：最终决策、责任承担 | 🔒 系统：安全阈值保护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客户侧延伸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水库/灌区的边端协同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🔹 边侧（客户数据中心）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区域数据汇聚：多水库、多灌区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本地大模型推理：无需上传云端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与省院云端协同：模型更新、知识同步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📡 端侧（终端设备）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监测设备：水位、雨量、流量计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控制设备：闸门、泵站智能决策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巡检设备：无人机/机器人自主巡护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🏆 客户价值：效率 × 质量 × 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4960"/>
            <a:ext cx="208026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3CB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📊 管理效率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减少人工巡检 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8900" y="5394960"/>
            <a:ext cx="208026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💡 决策质量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减少经验依赖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5394960"/>
            <a:ext cx="208026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⚡ 响应速度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小时级→分钟级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2300" y="5394960"/>
            <a:ext cx="198882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💰 成本控制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长期运维降 30-40%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3152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三步走战略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🎯 核心共识：端云结合是水利设计院智能化的必由之路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37744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第一阶段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2026 Q2-Q3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搭建框架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私有化大模型部署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国产算力适配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1-2 个试点场景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194560"/>
            <a:ext cx="237744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第二阶段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2026 Q4-2027 Q1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场景落地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智能设计上线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闸门 Agent 试点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设计师培训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2194560"/>
            <a:ext cx="237744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第三阶段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2027 Q2 起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规模推广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80% 业务覆盖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客户端推广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行业标准制定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754880"/>
            <a:ext cx="6400800" cy="914400"/>
          </a:xfrm>
          <a:prstGeom prst="rect">
            <a:avLst/>
          </a:prstGeom>
          <a:solidFill>
            <a:srgbClr val="E6F0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🌍 愿景：让 AI Agent 成为水利设计师的智能助手，而非替代者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