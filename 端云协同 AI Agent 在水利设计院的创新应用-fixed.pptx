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核心框架设计 —— 安全优先的端云协同架构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1371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云端（省院信息中心）</a:t>
            </a:r>
            <a:br/>
            <a:r>
              <a:t>• 国产算力集群（华为昇腾/寒武纪）</a:t>
            </a:r>
            <a:br/>
            <a:r>
              <a:t>• 私有化大模型部署（Qwen/GLM）</a:t>
            </a:r>
            <a:br/>
            <a:r>
              <a:t>• 数据不出域，统一训练与推理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3400" y="2560320"/>
            <a:ext cx="457200" cy="36576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73152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边侧（客户数据中心/水库管理处）</a:t>
            </a:r>
            <a:br/>
            <a:r>
              <a:t>• 边缘计算节点</a:t>
            </a:r>
            <a:br/>
            <a:r>
              <a:t>• 区域数据汇聚与预处理</a:t>
            </a:r>
            <a:br/>
            <a:r>
              <a:t>• 轻量级 Agent 协同调度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43400" y="4480560"/>
            <a:ext cx="457200" cy="36576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73152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端侧（闸门/监测设备/传感器）</a:t>
            </a:r>
            <a:br/>
            <a:r>
              <a:t>• 端侧 Agent 嵌入闸控系统</a:t>
            </a:r>
            <a:br/>
            <a:r>
              <a:t>• 实时决策与应急响应</a:t>
            </a:r>
            <a:br/>
            <a:r>
              <a:t>• 离线可用，断网仍可运行核心功能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数据不出域：敏感数据（水文、地理信息）留在本地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国产算力：适配华为昇腾、寒武纪等国产芯片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分层授权：云端训练、边侧推理、端侧执行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审计追溯：全链路操作日志，符合等保 2.0 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应用场景与大模型工作流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058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大模型选择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工作流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智能设计方案生成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Qwen2.5-72B（云端）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输入需求→自动调用地勘数据→生成初步方案→工程师审核优化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缩短设计周期 50%+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水文数据智能分析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GLM-Edge（边侧）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实时监测数据→异常检测→趋势预测→预警推送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提前 2-4 小时预警洪水风险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工程文档自动审查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Qwen2.5-Coder（云端）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上传设计文档→规范合规性检查→问题标注→修改建议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减少人工审查工作量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知识库问答助手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本地微调小模型（端侧）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自然语言提问→检索设计院知识库→精准回答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新人培训效率提升 3 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端侧 Agent 部署 —— 智慧闸门闸控系统（辅助决策模式）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传感器层（水位、流量、闸门开度）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169164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端侧 Agent（嵌入式设备，如 RK3588/Jetson）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233172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智能分析 + 建议生成（推荐开度、时机、流量）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4114800" y="297180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7680960" cy="4572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⚠️ 人工确认（值班人员审核批准）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114800" y="361188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执行指令（闸控系统动作）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14800" y="4251959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边侧同步（水库数据中心）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114800" y="489204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云端监控（省院信息中心）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7548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端侧 Agent 功能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人工介入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洪水应急调度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根据水位 + 降雨预测生成开闸建议方案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缩短决策时间，责任清晰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灌溉精准配水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根据作物需水量 + 土壤湿度推荐配水计划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减少经验依赖，优化资源配置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设备故障诊断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实时监测电机、传感器状态，提前预警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⚠️ 可选确认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预防性维护，减少停机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异常告警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发现数据异常自动推送告警 + 初步分析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快速响应，避免误判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🤖 AI 负责：数据分析、方案生成、风险预警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👤 人负责：最终决策、责任承担、例外处理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🔒 系统保护：设置安全阈值，超出范围自动锁定需上级授权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客户侧延伸 —— 水库/灌区的边端协同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边侧（客户数据中心）</a:t>
            </a:r>
            <a:br/>
            <a:br/>
            <a:r>
              <a:t>• 区域数据汇聚（多水库、多灌区）</a:t>
            </a:r>
            <a:br/>
            <a:r>
              <a:t>• 本地大模型推理（无需上传云端）</a:t>
            </a:r>
            <a:br/>
            <a:r>
              <a:t>• 与省院云端协同（模型更新、知识同步）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端侧（终端监测/控制设备）</a:t>
            </a:r>
            <a:br/>
            <a:br/>
            <a:r>
              <a:t>• 水位站、雨量站、流量计等监测设备嵌入 Agent</a:t>
            </a:r>
            <a:br/>
            <a:r>
              <a:t>• 闸门、泵站等控制设备智能决策</a:t>
            </a:r>
            <a:br/>
            <a:r>
              <a:t>• 巡检无人机/机器人自主巡护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具体收益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管理效率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减少人工巡检 60%，自动化报表生成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决策质量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数据驱动决策，减少经验依赖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响应速度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应急事件响应从小时级降至分钟级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成本控制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长期运维成本降低 30-40%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1645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t>第一阶段（2026 Q2-Q3）：搭建框架</a:t>
            </a:r>
            <a:br/>
            <a:br/>
            <a:r>
              <a:t>• 部署云端私有化大模型</a:t>
            </a:r>
            <a:br/>
            <a:r>
              <a:t>• 完成信息中心国产算力适配</a:t>
            </a:r>
            <a:br/>
            <a:r>
              <a:t>• 选择 1-2 个试点场景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097280"/>
            <a:ext cx="3474720" cy="1645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t>第二阶段（2026 Q4-2027 Q1）：场景落地</a:t>
            </a:r>
            <a:br/>
            <a:br/>
            <a:r>
              <a:t>• 智能设计方案生成上线</a:t>
            </a:r>
            <a:br/>
            <a:r>
              <a:t>• 智慧闸门端侧 Agent 试点</a:t>
            </a:r>
            <a:br/>
            <a:r>
              <a:t>• 培训设计人员使用新工具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3474720" cy="16459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t>第三阶段（2027 Q2 起）：规模推广</a:t>
            </a:r>
            <a:br/>
            <a:br/>
            <a:r>
              <a:t>• 覆盖 80% 核心业务场景</a:t>
            </a:r>
            <a:br/>
            <a:r>
              <a:t>• 向客户（水库/灌区）推广边端方案</a:t>
            </a:r>
            <a:br/>
            <a:r>
              <a:t>• 形成行业标准与最佳实践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828800"/>
          </a:xfrm>
          <a:prstGeom prst="roundRect">
            <a:avLst/>
          </a:prstGeom>
          <a:solidFill>
            <a:srgbClr val="E8EA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让 AI Agent 成为水利设计师的智能助手，而非替代者</a:t>
            </a:r>
            <a:br/>
            <a:r>
              <a:t>安全、可控、高效地推动设计院数字化转型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