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8A"/>
                </a:solidFill>
              </a:rPr>
              <a:t>EdgeClaw 深度研究报告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—— 对省级水利勘测设计院的指导意义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999999"/>
                </a:solidFill>
              </a:rPr>
              <a:t>编制单位：帆秘书 AI 工作室</a:t>
            </a:r>
            <a:endParaRPr lang="en-US" sz="16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999999"/>
                </a:solidFill>
              </a:rPr>
              <a:t>编制时间：2026 年 3 月 19 日</a:t>
            </a:r>
            <a:endParaRPr lang="en-US" sz="16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999999"/>
                </a:solidFill>
              </a:rPr>
              <a:t>版本号：V1.0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执行摘要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核心结论：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✅ 端云协同是水利 AI 必然选择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✅ 5 年节省 3100 万成本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✅ 投资回收期 6 个月</a:t>
            </a:r>
            <a:endParaRPr lang="en-US" sz="16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✅ 效率提升 6-18 倍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三大核心价值：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15544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🔒 安全可控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涉密数据 100% 本地处理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💰 成本优化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Token 成本降低 98%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🚀 能力提升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3333"/>
                </a:solidFill>
              </a:rPr>
              <a:t>云端大模型兜底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EdgeClaw 技术架构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用户任务 → 隐私路由 (GuardAgent) → 智能分流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┌─────────┼─────────┐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▼         ▼         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S1 公开   S2 敏感   S3 绝密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云端模型   脱敏上云   本地处理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(最强能力) (平衡方案)  (绝对安全)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本地引擎：MiniCPM 系列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文本清洗、格式转换、信息抽取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零 Token 消耗、断网可用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双轨记忆机制：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云端：只能看到脱敏后的对话历史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本地：完整记忆 (含敏感信息)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隐私路由协议（S1/S2/S3）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7432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等级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数据类型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处理方式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水利场景示例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S1 公开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不涉及隐私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直接调用云端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气象预报、规范检索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S2 敏感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需保护但非绝密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自动脱敏上云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项目名称→代号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S3 绝密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核心商业/国家机密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强制本地处理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大坝参数、涉密工程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性能与成本对比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指标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纯云端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EdgeClaw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改善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Token 成本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100% 上云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2% 上云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↓98%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响应速度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依赖网络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本地即时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↑5-10 倍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断网可用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❌ 不可用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✅ 可用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100% 可用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数据泄露风险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高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极低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↓95%+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复杂任务能力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强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强 (云端兜底)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持平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应用场景与效率提升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164592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📝 勘测报告智能编写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3-5 天 → 0.5 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效率提升 6-10 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0" y="1097280"/>
            <a:ext cx="3657600" cy="164592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🏗️ 大坝安全监测预警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30 分钟 → 1 分钟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效率提升 30 倍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3657600" cy="164592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📐 设计图纸智能校审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2-3 天 → 2 小时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效率提升 12-18 倍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2926080"/>
            <a:ext cx="3657600" cy="164592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📁 项目文档智能管理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30 分钟 → 30 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效率提升 60 倍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成本效益分析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方案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初期投入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年运营成本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5 年 TCO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纯本地 AI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500 万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100 万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1000 万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纯云端 AI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50 万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800 万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4050 万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EdgeClaw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200 万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150 万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</a:rPr>
                        <a:t>950 万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</a:rPr>
              <a:t>5 年节省 3100 万！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</a:rPr>
              <a:t>投资回收期：6 个月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实施路径 - 三阶段规划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560320" cy="320040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第一阶段（1-3 月）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试点验证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环境搭建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数据分级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场景试点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效果评估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0" y="1097280"/>
            <a:ext cx="2560320" cy="3200400"/>
          </a:xfrm>
          <a:prstGeom prst="rect">
            <a:avLst/>
          </a:prstGeom>
          <a:solidFill>
            <a:srgbClr val="D1FAE5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第二阶段（4-9 月）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规模推广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能力扩展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模型优化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流程重构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人员培训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0" y="1097280"/>
            <a:ext cx="2560320" cy="3200400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第三阶段（10-18 月）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生态构建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知识沉淀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标准制定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生态合作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输出能力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风险与应对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风险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应对措施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技术风险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本地模型能力不足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选择 MiniCPM 等成熟模型，云端兜底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安全风险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脱敏不彻底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多层脱敏 + 人工审核 + 审计日志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合规风险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不符合保密要求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等保 2.0 认证 + 保密局备案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人才风险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缺乏 AI 人才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外部引进 + 内部培训 + 厂商支持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成本风险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初期投入大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分阶段实施 + 申请数字化专项资金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核心结论与建议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</a:rPr>
              <a:t>三大核心价值：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2560320" cy="22860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🔒 安全可控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涉密数据 100% 本地处理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符合等保 2.0、保密法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1554480"/>
            <a:ext cx="2560320" cy="22860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💰 成本优化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98% 任务本地完成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Token 成本降低 98%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1554480"/>
            <a:ext cx="2560320" cy="2286000"/>
          </a:xfrm>
          <a:prstGeom prst="rect">
            <a:avLst/>
          </a:prstGeom>
          <a:solidFill>
            <a:srgbClr val="EFF6FF"/>
          </a:solidFill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🚀 能力提升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云端大模型兜底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复杂任务能力不打折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</a:rPr>
              <a:t>核心建议：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DC2626"/>
                </a:solidFill>
              </a:rPr>
              <a:t>不要等、不要看、不要犹豫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DC2626"/>
                </a:solidFill>
              </a:rPr>
              <a:t>端云协同是水利 AI 的必然选择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DC2626"/>
                </a:solidFill>
              </a:rPr>
              <a:t>早部署早受益，6 个月收回投资</a:t>
            </a: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DC2626"/>
                </a:solidFill>
              </a:rPr>
              <a:t>错过这波，可能落后 3-5 年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8A"/>
                </a:solidFill>
              </a:rPr>
              <a:t>谢谢聆听！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666666"/>
                </a:solidFill>
              </a:rPr>
              <a:t>EdgeClaw 深度研究报告</a:t>
            </a:r>
            <a:endParaRPr lang="en-US" sz="1600" dirty="0"/>
          </a:p>
          <a:p>
            <a:pPr algn="ctr" indent="0" marL="0">
              <a:lnSpc>
                <a:spcPts val="2500"/>
              </a:lnSpc>
              <a:buNone/>
            </a:pPr>
            <a:endParaRPr lang="en-US" sz="16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666666"/>
                </a:solidFill>
              </a:rPr>
              <a:t>编制单位：帆秘书 AI 工作室</a:t>
            </a:r>
            <a:endParaRPr lang="en-US" sz="16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666666"/>
                </a:solidFill>
              </a:rPr>
              <a:t>日期：2026 年 3 月 19 日</a:t>
            </a:r>
            <a:endParaRPr lang="en-US" sz="16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666666"/>
                </a:solidFill>
              </a:rPr>
              <a:t>版本：V1.0</a:t>
            </a:r>
            <a:endParaRPr lang="en-US" sz="1600" dirty="0"/>
          </a:p>
          <a:p>
            <a:pPr algn="ctr" indent="0" marL="0">
              <a:lnSpc>
                <a:spcPts val="2500"/>
              </a:lnSpc>
              <a:buNone/>
            </a:pPr>
            <a:endParaRPr lang="en-US" sz="16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666666"/>
                </a:solidFill>
              </a:rPr>
              <a:t>联系方式：飞书私信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帆秘书 AI 工作室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EdgeClaw 深度研究报告</dc:title>
  <dc:subject>PptxGenJS Presentation</dc:subject>
  <dc:creator>帆秘书 AI 工作室</dc:creator>
  <cp:lastModifiedBy>帆秘书 AI 工作室</cp:lastModifiedBy>
  <cp:revision>1</cp:revision>
  <dcterms:created xsi:type="dcterms:W3CDTF">2026-03-19T13:43:18Z</dcterms:created>
  <dcterms:modified xsi:type="dcterms:W3CDTF">2026-03-19T13:43:18Z</dcterms:modified>
</cp:coreProperties>
</file>